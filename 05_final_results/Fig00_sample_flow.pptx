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326563" cy="1143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743EA-98A4-4785-8FDB-BEE6E5234D19}" v="23" dt="2026-10-04T22:03:43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9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yen Nguyen" userId="1ee9e57c-9d15-4364-82bc-47f476e624da" providerId="ADAL" clId="{8B47C492-5051-49BC-BEB7-486D88BEDC66}"/>
    <pc:docChg chg="undo custSel modSld">
      <pc:chgData name="Quyen Nguyen" userId="1ee9e57c-9d15-4364-82bc-47f476e624da" providerId="ADAL" clId="{8B47C492-5051-49BC-BEB7-486D88BEDC66}" dt="2026-10-04T22:03:55.963" v="340" actId="21"/>
      <pc:docMkLst>
        <pc:docMk/>
      </pc:docMkLst>
      <pc:sldChg chg="addSp modSp mod">
        <pc:chgData name="Quyen Nguyen" userId="1ee9e57c-9d15-4364-82bc-47f476e624da" providerId="ADAL" clId="{8B47C492-5051-49BC-BEB7-486D88BEDC66}" dt="2026-10-04T22:03:55.963" v="340" actId="21"/>
        <pc:sldMkLst>
          <pc:docMk/>
          <pc:sldMk cId="4202170934" sldId="256"/>
        </pc:sldMkLst>
        <pc:spChg chg="mod">
          <ac:chgData name="Quyen Nguyen" userId="1ee9e57c-9d15-4364-82bc-47f476e624da" providerId="ADAL" clId="{8B47C492-5051-49BC-BEB7-486D88BEDC66}" dt="2026-10-04T21:50:06.242" v="153" actId="11530"/>
          <ac:spMkLst>
            <pc:docMk/>
            <pc:sldMk cId="4202170934" sldId="256"/>
            <ac:spMk id="16" creationId="{3C6E1486-21E6-67FC-42A0-05908386986F}"/>
          </ac:spMkLst>
        </pc:spChg>
        <pc:spChg chg="mod">
          <ac:chgData name="Quyen Nguyen" userId="1ee9e57c-9d15-4364-82bc-47f476e624da" providerId="ADAL" clId="{8B47C492-5051-49BC-BEB7-486D88BEDC66}" dt="2026-10-04T21:50:06.242" v="153" actId="11530"/>
          <ac:spMkLst>
            <pc:docMk/>
            <pc:sldMk cId="4202170934" sldId="256"/>
            <ac:spMk id="17" creationId="{38304724-253D-FC5A-F38A-6E18062BAE68}"/>
          </ac:spMkLst>
        </pc:spChg>
        <pc:spChg chg="mod">
          <ac:chgData name="Quyen Nguyen" userId="1ee9e57c-9d15-4364-82bc-47f476e624da" providerId="ADAL" clId="{8B47C492-5051-49BC-BEB7-486D88BEDC66}" dt="2026-10-04T22:00:28.735" v="274"/>
          <ac:spMkLst>
            <pc:docMk/>
            <pc:sldMk cId="4202170934" sldId="256"/>
            <ac:spMk id="18" creationId="{7419A145-DA07-BB1F-39D1-9623DD1A7A37}"/>
          </ac:spMkLst>
        </pc:spChg>
        <pc:spChg chg="mod">
          <ac:chgData name="Quyen Nguyen" userId="1ee9e57c-9d15-4364-82bc-47f476e624da" providerId="ADAL" clId="{8B47C492-5051-49BC-BEB7-486D88BEDC66}" dt="2026-10-04T22:00:40.151" v="278"/>
          <ac:spMkLst>
            <pc:docMk/>
            <pc:sldMk cId="4202170934" sldId="256"/>
            <ac:spMk id="19" creationId="{B420761B-5E2D-236B-86E5-39DCCFC03609}"/>
          </ac:spMkLst>
        </pc:spChg>
        <pc:spChg chg="mod">
          <ac:chgData name="Quyen Nguyen" userId="1ee9e57c-9d15-4364-82bc-47f476e624da" providerId="ADAL" clId="{8B47C492-5051-49BC-BEB7-486D88BEDC66}" dt="2026-10-04T22:01:08.056" v="284" actId="20577"/>
          <ac:spMkLst>
            <pc:docMk/>
            <pc:sldMk cId="4202170934" sldId="256"/>
            <ac:spMk id="20" creationId="{696EAC86-B319-BAD1-5C3F-3DDD31F48C5A}"/>
          </ac:spMkLst>
        </pc:spChg>
        <pc:spChg chg="mod">
          <ac:chgData name="Quyen Nguyen" userId="1ee9e57c-9d15-4364-82bc-47f476e624da" providerId="ADAL" clId="{8B47C492-5051-49BC-BEB7-486D88BEDC66}" dt="2026-10-04T22:01:24.958" v="292" actId="21"/>
          <ac:spMkLst>
            <pc:docMk/>
            <pc:sldMk cId="4202170934" sldId="256"/>
            <ac:spMk id="21" creationId="{7D5E509D-4AED-C311-5F38-69123EC8D187}"/>
          </ac:spMkLst>
        </pc:spChg>
        <pc:spChg chg="mod">
          <ac:chgData name="Quyen Nguyen" userId="1ee9e57c-9d15-4364-82bc-47f476e624da" providerId="ADAL" clId="{8B47C492-5051-49BC-BEB7-486D88BEDC66}" dt="2026-10-04T22:01:43.034" v="297"/>
          <ac:spMkLst>
            <pc:docMk/>
            <pc:sldMk cId="4202170934" sldId="256"/>
            <ac:spMk id="22" creationId="{FC6E7A4F-2A21-68F4-445C-BCC9978C1592}"/>
          </ac:spMkLst>
        </pc:spChg>
        <pc:spChg chg="mod">
          <ac:chgData name="Quyen Nguyen" userId="1ee9e57c-9d15-4364-82bc-47f476e624da" providerId="ADAL" clId="{8B47C492-5051-49BC-BEB7-486D88BEDC66}" dt="2026-10-04T22:03:55.963" v="340" actId="21"/>
          <ac:spMkLst>
            <pc:docMk/>
            <pc:sldMk cId="4202170934" sldId="256"/>
            <ac:spMk id="23" creationId="{91BDE3DA-F8D7-5A37-B588-028EA5A08D04}"/>
          </ac:spMkLst>
        </pc:spChg>
        <pc:spChg chg="mod">
          <ac:chgData name="Quyen Nguyen" userId="1ee9e57c-9d15-4364-82bc-47f476e624da" providerId="ADAL" clId="{8B47C492-5051-49BC-BEB7-486D88BEDC66}" dt="2026-10-04T21:47:35.725" v="137" actId="11530"/>
          <ac:spMkLst>
            <pc:docMk/>
            <pc:sldMk cId="4202170934" sldId="256"/>
            <ac:spMk id="24" creationId="{BFF18ED2-A8A9-C80B-7505-F1F0837AC909}"/>
          </ac:spMkLst>
        </pc:spChg>
        <pc:spChg chg="mod">
          <ac:chgData name="Quyen Nguyen" userId="1ee9e57c-9d15-4364-82bc-47f476e624da" providerId="ADAL" clId="{8B47C492-5051-49BC-BEB7-486D88BEDC66}" dt="2026-10-04T21:47:35.725" v="137" actId="11530"/>
          <ac:spMkLst>
            <pc:docMk/>
            <pc:sldMk cId="4202170934" sldId="256"/>
            <ac:spMk id="25" creationId="{AFE7D463-06F1-CAE6-1977-F8944F7656A9}"/>
          </ac:spMkLst>
        </pc:spChg>
        <pc:spChg chg="mod">
          <ac:chgData name="Quyen Nguyen" userId="1ee9e57c-9d15-4364-82bc-47f476e624da" providerId="ADAL" clId="{8B47C492-5051-49BC-BEB7-486D88BEDC66}" dt="2026-10-04T21:47:35.725" v="137" actId="11530"/>
          <ac:spMkLst>
            <pc:docMk/>
            <pc:sldMk cId="4202170934" sldId="256"/>
            <ac:spMk id="26" creationId="{B446FCE0-300A-B704-503B-C0BEF4E2A4A5}"/>
          </ac:spMkLst>
        </pc:spChg>
        <pc:spChg chg="mod">
          <ac:chgData name="Quyen Nguyen" userId="1ee9e57c-9d15-4364-82bc-47f476e624da" providerId="ADAL" clId="{8B47C492-5051-49BC-BEB7-486D88BEDC66}" dt="2026-10-04T21:47:35.725" v="137" actId="11530"/>
          <ac:spMkLst>
            <pc:docMk/>
            <pc:sldMk cId="4202170934" sldId="256"/>
            <ac:spMk id="27" creationId="{8A8DE8AF-AEAE-C8B4-504C-508374DB38F8}"/>
          </ac:spMkLst>
        </pc:spChg>
        <pc:spChg chg="mod">
          <ac:chgData name="Quyen Nguyen" userId="1ee9e57c-9d15-4364-82bc-47f476e624da" providerId="ADAL" clId="{8B47C492-5051-49BC-BEB7-486D88BEDC66}" dt="2026-10-04T21:59:21.291" v="272" actId="20577"/>
          <ac:spMkLst>
            <pc:docMk/>
            <pc:sldMk cId="4202170934" sldId="256"/>
            <ac:spMk id="28" creationId="{6ADD8403-6F14-A97C-5D24-68A172572AA1}"/>
          </ac:spMkLst>
        </pc:spChg>
        <pc:spChg chg="mod">
          <ac:chgData name="Quyen Nguyen" userId="1ee9e57c-9d15-4364-82bc-47f476e624da" providerId="ADAL" clId="{8B47C492-5051-49BC-BEB7-486D88BEDC66}" dt="2026-10-04T22:03:29.099" v="320" actId="21"/>
          <ac:spMkLst>
            <pc:docMk/>
            <pc:sldMk cId="4202170934" sldId="256"/>
            <ac:spMk id="29" creationId="{3D6DC0BC-3C8A-3C03-F44E-9C4A7BE91CBA}"/>
          </ac:spMkLst>
        </pc:spChg>
        <pc:spChg chg="mod">
          <ac:chgData name="Quyen Nguyen" userId="1ee9e57c-9d15-4364-82bc-47f476e624da" providerId="ADAL" clId="{8B47C492-5051-49BC-BEB7-486D88BEDC66}" dt="2026-10-04T21:48:06.031" v="151" actId="14100"/>
          <ac:spMkLst>
            <pc:docMk/>
            <pc:sldMk cId="4202170934" sldId="256"/>
            <ac:spMk id="30" creationId="{F0DBB1F6-4C4D-224F-F265-EAD7EE0466C9}"/>
          </ac:spMkLst>
        </pc:spChg>
        <pc:graphicFrameChg chg="add mod">
          <ac:chgData name="Quyen Nguyen" userId="1ee9e57c-9d15-4364-82bc-47f476e624da" providerId="ADAL" clId="{8B47C492-5051-49BC-BEB7-486D88BEDC66}" dt="2026-10-04T22:03:42.428" v="321"/>
          <ac:graphicFrameMkLst>
            <pc:docMk/>
            <pc:sldMk cId="4202170934" sldId="256"/>
            <ac:graphicFrameMk id="31" creationId="{C5D5637E-C83B-FBB3-0FFE-FE78F99405DC}"/>
          </ac:graphicFrameMkLst>
        </pc:graphicFrame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3" creationId="{B7C2A769-3B82-2E39-5C3A-501F226F21CC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4" creationId="{D376E778-4696-66D3-980A-8C66CAAD7714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5" creationId="{4726BF3B-BAC7-73B8-290E-F357E0B4CFD4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6" creationId="{561547D8-E7EB-6F4B-C488-D7F502938D99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7" creationId="{F375438A-9701-5C30-B379-05DFDAA68AFC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8" creationId="{46B2A269-B289-8A66-7333-97243BDF0EBB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9" creationId="{DE847EA6-CAAC-96AA-3E1C-8C097D8187B3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10" creationId="{020E9369-162A-F51D-183C-A00606C3D457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11" creationId="{A95DBEF0-64AF-77A0-3236-921717FDF588}"/>
          </ac:cxnSpMkLst>
        </pc:cxnChg>
        <pc:cxnChg chg="mod">
          <ac:chgData name="Quyen Nguyen" userId="1ee9e57c-9d15-4364-82bc-47f476e624da" providerId="ADAL" clId="{8B47C492-5051-49BC-BEB7-486D88BEDC66}" dt="2026-10-04T21:50:31.374" v="154" actId="1582"/>
          <ac:cxnSpMkLst>
            <pc:docMk/>
            <pc:sldMk cId="4202170934" sldId="256"/>
            <ac:cxnSpMk id="14" creationId="{4E8D5814-9D51-F6F8-F832-D323317F452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120C-F95F-5718-2979-C2FB941B1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821" y="1870605"/>
            <a:ext cx="6994922" cy="3979333"/>
          </a:xfrm>
        </p:spPr>
        <p:txBody>
          <a:bodyPr anchor="b"/>
          <a:lstStyle>
            <a:lvl1pPr algn="ctr">
              <a:defRPr sz="459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FBAB3-353A-94DF-3C86-24D252532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821" y="6003397"/>
            <a:ext cx="6994922" cy="2759603"/>
          </a:xfrm>
        </p:spPr>
        <p:txBody>
          <a:bodyPr/>
          <a:lstStyle>
            <a:lvl1pPr marL="0" indent="0" algn="ctr">
              <a:buNone/>
              <a:defRPr sz="1836"/>
            </a:lvl1pPr>
            <a:lvl2pPr marL="349758" indent="0" algn="ctr">
              <a:buNone/>
              <a:defRPr sz="1530"/>
            </a:lvl2pPr>
            <a:lvl3pPr marL="699516" indent="0" algn="ctr">
              <a:buNone/>
              <a:defRPr sz="1377"/>
            </a:lvl3pPr>
            <a:lvl4pPr marL="1049274" indent="0" algn="ctr">
              <a:buNone/>
              <a:defRPr sz="1224"/>
            </a:lvl4pPr>
            <a:lvl5pPr marL="1399032" indent="0" algn="ctr">
              <a:buNone/>
              <a:defRPr sz="1224"/>
            </a:lvl5pPr>
            <a:lvl6pPr marL="1748790" indent="0" algn="ctr">
              <a:buNone/>
              <a:defRPr sz="1224"/>
            </a:lvl6pPr>
            <a:lvl7pPr marL="2098548" indent="0" algn="ctr">
              <a:buNone/>
              <a:defRPr sz="1224"/>
            </a:lvl7pPr>
            <a:lvl8pPr marL="2448306" indent="0" algn="ctr">
              <a:buNone/>
              <a:defRPr sz="1224"/>
            </a:lvl8pPr>
            <a:lvl9pPr marL="2798064" indent="0" algn="ctr">
              <a:buNone/>
              <a:defRPr sz="1224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81EFB-55D1-093E-E651-C6543875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D1E2F-726E-8088-BD85-030D79FC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6814E-472B-558A-4A51-88B58D53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51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F3D8-E370-3390-5E9A-0B7613CA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67D0A-9690-E6AE-CDE7-36B95A2C6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9F65-10AE-8222-FDDA-3C9AE1F1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FF8A5-1346-A082-CD67-BD3B0013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EFB22-5818-BFF3-793F-CB6182F9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7095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1F35-B6C6-796A-21E5-C30FB83C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44" y="2849566"/>
            <a:ext cx="8044161" cy="4754562"/>
          </a:xfrm>
        </p:spPr>
        <p:txBody>
          <a:bodyPr anchor="b"/>
          <a:lstStyle>
            <a:lvl1pPr>
              <a:defRPr sz="459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B2AC7-9568-B61A-5EB0-6695623D4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344" y="7649107"/>
            <a:ext cx="8044161" cy="2500312"/>
          </a:xfrm>
        </p:spPr>
        <p:txBody>
          <a:bodyPr/>
          <a:lstStyle>
            <a:lvl1pPr marL="0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1pPr>
            <a:lvl2pPr marL="349758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2pPr>
            <a:lvl3pPr marL="699516" indent="0">
              <a:buNone/>
              <a:defRPr sz="1377">
                <a:solidFill>
                  <a:schemeClr val="tx1">
                    <a:tint val="82000"/>
                  </a:schemeClr>
                </a:solidFill>
              </a:defRPr>
            </a:lvl3pPr>
            <a:lvl4pPr marL="1049274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4pPr>
            <a:lvl5pPr marL="1399032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5pPr>
            <a:lvl6pPr marL="1748790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6pPr>
            <a:lvl7pPr marL="2098548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7pPr>
            <a:lvl8pPr marL="2448306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8pPr>
            <a:lvl9pPr marL="2798064" indent="0">
              <a:buNone/>
              <a:defRPr sz="12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EEDE-A37C-D305-D7BF-EEA5F029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9A822-346D-828C-2708-86C9E98B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56DF-CE13-73F8-803F-6CD474CD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0213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2100-23FC-FFDC-416C-0E608D8A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A77B-CF9F-187B-7827-86D77A53B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202" y="3042708"/>
            <a:ext cx="3963789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E271E-1D5D-551D-6144-A84CC2115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1574" y="3042708"/>
            <a:ext cx="3963789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E81AF-C4AC-3A92-02A0-39FD7F93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9404-ED72-9AC5-D0DF-AB9BB815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19B77-64F9-FD1A-7339-7D91775B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8628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F220-1FD1-D8E8-2407-8127F20B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17" y="608544"/>
            <a:ext cx="8044161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A996-FB5D-74BB-4C87-DCEF0E6BE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417" y="2801938"/>
            <a:ext cx="3945573" cy="1373187"/>
          </a:xfrm>
        </p:spPr>
        <p:txBody>
          <a:bodyPr anchor="b"/>
          <a:lstStyle>
            <a:lvl1pPr marL="0" indent="0">
              <a:buNone/>
              <a:defRPr sz="1836" b="1"/>
            </a:lvl1pPr>
            <a:lvl2pPr marL="349758" indent="0">
              <a:buNone/>
              <a:defRPr sz="1530" b="1"/>
            </a:lvl2pPr>
            <a:lvl3pPr marL="699516" indent="0">
              <a:buNone/>
              <a:defRPr sz="1377" b="1"/>
            </a:lvl3pPr>
            <a:lvl4pPr marL="1049274" indent="0">
              <a:buNone/>
              <a:defRPr sz="1224" b="1"/>
            </a:lvl4pPr>
            <a:lvl5pPr marL="1399032" indent="0">
              <a:buNone/>
              <a:defRPr sz="1224" b="1"/>
            </a:lvl5pPr>
            <a:lvl6pPr marL="1748790" indent="0">
              <a:buNone/>
              <a:defRPr sz="1224" b="1"/>
            </a:lvl6pPr>
            <a:lvl7pPr marL="2098548" indent="0">
              <a:buNone/>
              <a:defRPr sz="1224" b="1"/>
            </a:lvl7pPr>
            <a:lvl8pPr marL="2448306" indent="0">
              <a:buNone/>
              <a:defRPr sz="1224" b="1"/>
            </a:lvl8pPr>
            <a:lvl9pPr marL="2798064" indent="0">
              <a:buNone/>
              <a:defRPr sz="12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C221F-6C28-5EED-E2CF-6C125AC54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417" y="4175125"/>
            <a:ext cx="3945573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29A308-DED7-00C7-45E9-5382260D7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21573" y="2801938"/>
            <a:ext cx="3965004" cy="1373187"/>
          </a:xfrm>
        </p:spPr>
        <p:txBody>
          <a:bodyPr anchor="b"/>
          <a:lstStyle>
            <a:lvl1pPr marL="0" indent="0">
              <a:buNone/>
              <a:defRPr sz="1836" b="1"/>
            </a:lvl1pPr>
            <a:lvl2pPr marL="349758" indent="0">
              <a:buNone/>
              <a:defRPr sz="1530" b="1"/>
            </a:lvl2pPr>
            <a:lvl3pPr marL="699516" indent="0">
              <a:buNone/>
              <a:defRPr sz="1377" b="1"/>
            </a:lvl3pPr>
            <a:lvl4pPr marL="1049274" indent="0">
              <a:buNone/>
              <a:defRPr sz="1224" b="1"/>
            </a:lvl4pPr>
            <a:lvl5pPr marL="1399032" indent="0">
              <a:buNone/>
              <a:defRPr sz="1224" b="1"/>
            </a:lvl5pPr>
            <a:lvl6pPr marL="1748790" indent="0">
              <a:buNone/>
              <a:defRPr sz="1224" b="1"/>
            </a:lvl6pPr>
            <a:lvl7pPr marL="2098548" indent="0">
              <a:buNone/>
              <a:defRPr sz="1224" b="1"/>
            </a:lvl7pPr>
            <a:lvl8pPr marL="2448306" indent="0">
              <a:buNone/>
              <a:defRPr sz="1224" b="1"/>
            </a:lvl8pPr>
            <a:lvl9pPr marL="2798064" indent="0">
              <a:buNone/>
              <a:defRPr sz="12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AF291-D004-ECCC-AA79-CEFCF6684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1573" y="4175125"/>
            <a:ext cx="3965004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C5623-FF92-2BD5-D667-92613CA7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88204-62CE-57EE-6DD2-330AD190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0F791-C377-AAF2-46D1-79782AF0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841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4643F-786C-9E24-D3C5-ECA7446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21C4D-9BE5-7639-0C9D-40A3B422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DEEE2-E837-5EAA-C53C-EA4C8788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D2766-9433-7048-DE81-A69890A0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458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69C74-6952-BA5B-01C2-F8B81C83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749C2-F037-5A14-00E2-C3FFF9BE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1637A-A6D1-E77E-582C-5E00A719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863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0150-08C5-0AF5-4065-8BAE95B9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17" y="762000"/>
            <a:ext cx="3008059" cy="2667000"/>
          </a:xfrm>
        </p:spPr>
        <p:txBody>
          <a:bodyPr anchor="b"/>
          <a:lstStyle>
            <a:lvl1pPr>
              <a:defRPr sz="2448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6D321-9458-B6ED-662D-2A5B51886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005" y="1645711"/>
            <a:ext cx="4721573" cy="8122708"/>
          </a:xfrm>
        </p:spPr>
        <p:txBody>
          <a:bodyPr/>
          <a:lstStyle>
            <a:lvl1pPr>
              <a:defRPr sz="2448"/>
            </a:lvl1pPr>
            <a:lvl2pPr>
              <a:defRPr sz="2142"/>
            </a:lvl2pPr>
            <a:lvl3pPr>
              <a:defRPr sz="1836"/>
            </a:lvl3pPr>
            <a:lvl4pPr>
              <a:defRPr sz="1530"/>
            </a:lvl4pPr>
            <a:lvl5pPr>
              <a:defRPr sz="1530"/>
            </a:lvl5pPr>
            <a:lvl6pPr>
              <a:defRPr sz="1530"/>
            </a:lvl6pPr>
            <a:lvl7pPr>
              <a:defRPr sz="1530"/>
            </a:lvl7pPr>
            <a:lvl8pPr>
              <a:defRPr sz="1530"/>
            </a:lvl8pPr>
            <a:lvl9pPr>
              <a:defRPr sz="15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3409E-8F00-FA1B-09DC-CE04B1EF5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417" y="3429000"/>
            <a:ext cx="3008059" cy="6352647"/>
          </a:xfrm>
        </p:spPr>
        <p:txBody>
          <a:bodyPr/>
          <a:lstStyle>
            <a:lvl1pPr marL="0" indent="0">
              <a:buNone/>
              <a:defRPr sz="1224"/>
            </a:lvl1pPr>
            <a:lvl2pPr marL="349758" indent="0">
              <a:buNone/>
              <a:defRPr sz="1071"/>
            </a:lvl2pPr>
            <a:lvl3pPr marL="699516" indent="0">
              <a:buNone/>
              <a:defRPr sz="918"/>
            </a:lvl3pPr>
            <a:lvl4pPr marL="1049274" indent="0">
              <a:buNone/>
              <a:defRPr sz="765"/>
            </a:lvl4pPr>
            <a:lvl5pPr marL="1399032" indent="0">
              <a:buNone/>
              <a:defRPr sz="765"/>
            </a:lvl5pPr>
            <a:lvl6pPr marL="1748790" indent="0">
              <a:buNone/>
              <a:defRPr sz="765"/>
            </a:lvl6pPr>
            <a:lvl7pPr marL="2098548" indent="0">
              <a:buNone/>
              <a:defRPr sz="765"/>
            </a:lvl7pPr>
            <a:lvl8pPr marL="2448306" indent="0">
              <a:buNone/>
              <a:defRPr sz="765"/>
            </a:lvl8pPr>
            <a:lvl9pPr marL="2798064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879C4-1DE2-CB17-6B15-5C6AF096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8BFF7-A5DA-69CD-2D1E-1E0FDCFE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D31DA-EFE2-F8D1-3B9C-E7538679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673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9B97-FBDC-7F6C-B04B-9B743F31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17" y="762000"/>
            <a:ext cx="3008059" cy="2667000"/>
          </a:xfrm>
        </p:spPr>
        <p:txBody>
          <a:bodyPr anchor="b"/>
          <a:lstStyle>
            <a:lvl1pPr>
              <a:defRPr sz="2448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15579-682A-1437-D771-5A82A8DD6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65005" y="1645711"/>
            <a:ext cx="4721573" cy="8122708"/>
          </a:xfrm>
        </p:spPr>
        <p:txBody>
          <a:bodyPr/>
          <a:lstStyle>
            <a:lvl1pPr marL="0" indent="0">
              <a:buNone/>
              <a:defRPr sz="2448"/>
            </a:lvl1pPr>
            <a:lvl2pPr marL="349758" indent="0">
              <a:buNone/>
              <a:defRPr sz="2142"/>
            </a:lvl2pPr>
            <a:lvl3pPr marL="699516" indent="0">
              <a:buNone/>
              <a:defRPr sz="1836"/>
            </a:lvl3pPr>
            <a:lvl4pPr marL="1049274" indent="0">
              <a:buNone/>
              <a:defRPr sz="1530"/>
            </a:lvl4pPr>
            <a:lvl5pPr marL="1399032" indent="0">
              <a:buNone/>
              <a:defRPr sz="1530"/>
            </a:lvl5pPr>
            <a:lvl6pPr marL="1748790" indent="0">
              <a:buNone/>
              <a:defRPr sz="1530"/>
            </a:lvl6pPr>
            <a:lvl7pPr marL="2098548" indent="0">
              <a:buNone/>
              <a:defRPr sz="1530"/>
            </a:lvl7pPr>
            <a:lvl8pPr marL="2448306" indent="0">
              <a:buNone/>
              <a:defRPr sz="1530"/>
            </a:lvl8pPr>
            <a:lvl9pPr marL="2798064" indent="0">
              <a:buNone/>
              <a:defRPr sz="153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04CB8-4647-4060-B5E8-634FDE430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417" y="3429000"/>
            <a:ext cx="3008059" cy="6352647"/>
          </a:xfrm>
        </p:spPr>
        <p:txBody>
          <a:bodyPr/>
          <a:lstStyle>
            <a:lvl1pPr marL="0" indent="0">
              <a:buNone/>
              <a:defRPr sz="1224"/>
            </a:lvl1pPr>
            <a:lvl2pPr marL="349758" indent="0">
              <a:buNone/>
              <a:defRPr sz="1071"/>
            </a:lvl2pPr>
            <a:lvl3pPr marL="699516" indent="0">
              <a:buNone/>
              <a:defRPr sz="918"/>
            </a:lvl3pPr>
            <a:lvl4pPr marL="1049274" indent="0">
              <a:buNone/>
              <a:defRPr sz="765"/>
            </a:lvl4pPr>
            <a:lvl5pPr marL="1399032" indent="0">
              <a:buNone/>
              <a:defRPr sz="765"/>
            </a:lvl5pPr>
            <a:lvl6pPr marL="1748790" indent="0">
              <a:buNone/>
              <a:defRPr sz="765"/>
            </a:lvl6pPr>
            <a:lvl7pPr marL="2098548" indent="0">
              <a:buNone/>
              <a:defRPr sz="765"/>
            </a:lvl7pPr>
            <a:lvl8pPr marL="2448306" indent="0">
              <a:buNone/>
              <a:defRPr sz="765"/>
            </a:lvl8pPr>
            <a:lvl9pPr marL="2798064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C4E4B-8241-6C08-DFE1-1444FE58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6308D-8BE0-09F8-54E7-6E213101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80E9-C296-6343-0C10-A92A9985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5353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B51-D17C-AD33-BEBD-1BA93DD5A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11CD8-F32C-3CFE-BD20-A278D0186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34D0C-D517-26E9-8082-FA8BD4F4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EF88-7D66-91C4-934F-F7E94DD4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33982-BE1A-D86F-B37D-6159C292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78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5013E-84DC-10BB-A5A5-3BD52B00B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74322" y="608542"/>
            <a:ext cx="201104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47982-FEF4-4F5C-C456-EE54C4298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1201" y="608542"/>
            <a:ext cx="5916538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99A5-3463-AE33-D4A7-7657D505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13116-B323-FC9C-EFF9-33B97674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4218-BB2D-31BF-AEFE-AE0C31D5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863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73054-90E9-B387-2517-2BC841B6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2" y="608544"/>
            <a:ext cx="8044161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EB8F2-3267-199F-F6B0-391E6AFE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202" y="3042708"/>
            <a:ext cx="8044161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0BC1E-437E-0508-B375-4E3FE7DF1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1202" y="10593919"/>
            <a:ext cx="2098477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8B1C4-3FD9-4AAE-9992-EF5C22DC2279}" type="datetimeFigureOut">
              <a:rPr lang="en-NZ" smtClean="0"/>
              <a:t>5/10/2026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3D428-88C5-88C6-E74B-EA58135FB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89425" y="10593919"/>
            <a:ext cx="3147715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D592-76EE-F1DE-CD2D-ECE903E2D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86886" y="10593919"/>
            <a:ext cx="2098477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5FE92-2505-4B37-866C-521E559E89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293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99516" rtl="0" eaLnBrk="1" latinLnBrk="0" hangingPunct="1">
        <a:lnSpc>
          <a:spcPct val="90000"/>
        </a:lnSpc>
        <a:spcBef>
          <a:spcPct val="0"/>
        </a:spcBef>
        <a:buNone/>
        <a:defRPr sz="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879" indent="-174879" algn="l" defTabSz="699516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1pPr>
      <a:lvl2pPr marL="524637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874395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224153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4pPr>
      <a:lvl5pPr marL="1573911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5pPr>
      <a:lvl6pPr marL="1923669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6pPr>
      <a:lvl7pPr marL="2273427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7pPr>
      <a:lvl8pPr marL="2623185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8pPr>
      <a:lvl9pPr marL="2972943" indent="-174879" algn="l" defTabSz="699516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1pPr>
      <a:lvl2pPr marL="349758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2pPr>
      <a:lvl3pPr marL="699516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3pPr>
      <a:lvl4pPr marL="1049274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5pPr>
      <a:lvl6pPr marL="1748790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6pPr>
      <a:lvl7pPr marL="2098548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7pPr>
      <a:lvl8pPr marL="2448306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8pPr>
      <a:lvl9pPr marL="2798064" algn="l" defTabSz="699516" rtl="0" eaLnBrk="1" latinLnBrk="0" hangingPunct="1">
        <a:defRPr sz="13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F5EDC9-1A88-7F5F-08A8-F6E33A5045A8}"/>
              </a:ext>
            </a:extLst>
          </p:cNvPr>
          <p:cNvCxnSpPr/>
          <p:nvPr/>
        </p:nvCxnSpPr>
        <p:spPr>
          <a:xfrm>
            <a:off x="2377440" y="76809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7C2A769-3B82-2E39-5C3A-501F226F21CC}"/>
              </a:ext>
            </a:extLst>
          </p:cNvPr>
          <p:cNvCxnSpPr/>
          <p:nvPr/>
        </p:nvCxnSpPr>
        <p:spPr>
          <a:xfrm>
            <a:off x="2377440" y="213969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76E778-4696-66D3-980A-8C66CAAD7714}"/>
              </a:ext>
            </a:extLst>
          </p:cNvPr>
          <p:cNvCxnSpPr/>
          <p:nvPr/>
        </p:nvCxnSpPr>
        <p:spPr>
          <a:xfrm>
            <a:off x="2377440" y="351129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26BF3B-BAC7-73B8-290E-F357E0B4CFD4}"/>
              </a:ext>
            </a:extLst>
          </p:cNvPr>
          <p:cNvCxnSpPr/>
          <p:nvPr/>
        </p:nvCxnSpPr>
        <p:spPr>
          <a:xfrm>
            <a:off x="2377440" y="488289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1547D8-E7EB-6F4B-C488-D7F502938D99}"/>
              </a:ext>
            </a:extLst>
          </p:cNvPr>
          <p:cNvCxnSpPr/>
          <p:nvPr/>
        </p:nvCxnSpPr>
        <p:spPr>
          <a:xfrm>
            <a:off x="2377440" y="625449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75438A-9701-5C30-B379-05DFDAA68AFC}"/>
              </a:ext>
            </a:extLst>
          </p:cNvPr>
          <p:cNvCxnSpPr/>
          <p:nvPr/>
        </p:nvCxnSpPr>
        <p:spPr>
          <a:xfrm>
            <a:off x="2377440" y="7626096"/>
            <a:ext cx="0" cy="149961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B2A269-B289-8A66-7333-97243BDF0EBB}"/>
              </a:ext>
            </a:extLst>
          </p:cNvPr>
          <p:cNvCxnSpPr/>
          <p:nvPr/>
        </p:nvCxnSpPr>
        <p:spPr>
          <a:xfrm>
            <a:off x="2377440" y="9729216"/>
            <a:ext cx="0" cy="768096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847EA6-CAAC-96AA-3E1C-8C097D8187B3}"/>
              </a:ext>
            </a:extLst>
          </p:cNvPr>
          <p:cNvCxnSpPr/>
          <p:nvPr/>
        </p:nvCxnSpPr>
        <p:spPr>
          <a:xfrm>
            <a:off x="2377440" y="116128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0E9369-162A-F51D-183C-A00606C3D457}"/>
              </a:ext>
            </a:extLst>
          </p:cNvPr>
          <p:cNvCxnSpPr/>
          <p:nvPr/>
        </p:nvCxnSpPr>
        <p:spPr>
          <a:xfrm>
            <a:off x="2377440" y="253288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5DBEF0-64AF-77A0-3236-921717FDF588}"/>
              </a:ext>
            </a:extLst>
          </p:cNvPr>
          <p:cNvCxnSpPr/>
          <p:nvPr/>
        </p:nvCxnSpPr>
        <p:spPr>
          <a:xfrm>
            <a:off x="2377440" y="390448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B40EC7-0160-2357-6F0B-73B5D1878FFD}"/>
              </a:ext>
            </a:extLst>
          </p:cNvPr>
          <p:cNvCxnSpPr/>
          <p:nvPr/>
        </p:nvCxnSpPr>
        <p:spPr>
          <a:xfrm>
            <a:off x="2377440" y="527608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8CC932-190E-5CCF-6B5B-B512A71370CA}"/>
              </a:ext>
            </a:extLst>
          </p:cNvPr>
          <p:cNvCxnSpPr/>
          <p:nvPr/>
        </p:nvCxnSpPr>
        <p:spPr>
          <a:xfrm>
            <a:off x="2377440" y="664768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8D5814-9D51-F6F8-F832-D323317F4526}"/>
              </a:ext>
            </a:extLst>
          </p:cNvPr>
          <p:cNvCxnSpPr/>
          <p:nvPr/>
        </p:nvCxnSpPr>
        <p:spPr>
          <a:xfrm>
            <a:off x="2377440" y="838504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556B84-ABC2-9F59-B220-468A501235F0}"/>
              </a:ext>
            </a:extLst>
          </p:cNvPr>
          <p:cNvCxnSpPr/>
          <p:nvPr/>
        </p:nvCxnSpPr>
        <p:spPr>
          <a:xfrm>
            <a:off x="2377440" y="10122408"/>
            <a:ext cx="2542032" cy="0"/>
          </a:xfrm>
          <a:prstGeom prst="line">
            <a:avLst/>
          </a:prstGeom>
          <a:ln w="2857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ep 1">
            <a:extLst>
              <a:ext uri="{FF2B5EF4-FFF2-40B4-BE49-F238E27FC236}">
                <a16:creationId xmlns:a16="http://schemas.microsoft.com/office/drawing/2014/main" id="{3C6E1486-21E6-67FC-42A0-05908386986F}"/>
              </a:ext>
            </a:extLst>
          </p:cNvPr>
          <p:cNvSpPr/>
          <p:nvPr/>
        </p:nvSpPr>
        <p:spPr>
          <a:xfrm>
            <a:off x="365760" y="18288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Records scraped from CRD register (4 May 2026)</a:t>
            </a:r>
          </a:p>
          <a:p>
            <a:pPr algn="ctr">
              <a:spcAft>
                <a:spcPts val="100"/>
              </a:spcAft>
            </a:pPr>
            <a:r>
              <a:rPr lang="en-NZ" sz="120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743 records · 173 entities</a:t>
            </a:r>
          </a:p>
        </p:txBody>
      </p:sp>
      <p:sp>
        <p:nvSpPr>
          <p:cNvPr id="17" name="Step 2">
            <a:extLst>
              <a:ext uri="{FF2B5EF4-FFF2-40B4-BE49-F238E27FC236}">
                <a16:creationId xmlns:a16="http://schemas.microsoft.com/office/drawing/2014/main" id="{38304724-253D-FC5A-F38A-6E18062BAE68}"/>
              </a:ext>
            </a:extLst>
          </p:cNvPr>
          <p:cNvSpPr/>
          <p:nvPr/>
        </p:nvSpPr>
        <p:spPr>
          <a:xfrm>
            <a:off x="365760" y="155448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Normal-company records</a:t>
            </a:r>
          </a:p>
          <a:p>
            <a:pPr algn="ctr"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391 records · 149 entities</a:t>
            </a:r>
          </a:p>
        </p:txBody>
      </p:sp>
      <p:sp>
        <p:nvSpPr>
          <p:cNvPr id="18" name="Step 3">
            <a:extLst>
              <a:ext uri="{FF2B5EF4-FFF2-40B4-BE49-F238E27FC236}">
                <a16:creationId xmlns:a16="http://schemas.microsoft.com/office/drawing/2014/main" id="{7419A145-DA07-BB1F-39D1-9623DD1A7A37}"/>
              </a:ext>
            </a:extLst>
          </p:cNvPr>
          <p:cNvSpPr/>
          <p:nvPr/>
        </p:nvSpPr>
        <p:spPr>
          <a:xfrm>
            <a:off x="365760" y="292608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Unique entity–period records</a:t>
            </a:r>
          </a:p>
          <a:p>
            <a:pPr algn="ctr"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378 records · 149 entities</a:t>
            </a:r>
          </a:p>
        </p:txBody>
      </p:sp>
      <p:sp>
        <p:nvSpPr>
          <p:cNvPr id="19" name="Step 4">
            <a:extLst>
              <a:ext uri="{FF2B5EF4-FFF2-40B4-BE49-F238E27FC236}">
                <a16:creationId xmlns:a16="http://schemas.microsoft.com/office/drawing/2014/main" id="{B420761B-5E2D-236B-86E5-39DCCFC03609}"/>
              </a:ext>
            </a:extLst>
          </p:cNvPr>
          <p:cNvSpPr/>
          <p:nvPr/>
        </p:nvSpPr>
        <p:spPr>
          <a:xfrm>
            <a:off x="365760" y="429768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Records with at least one document</a:t>
            </a:r>
          </a:p>
          <a:p>
            <a:pPr algn="ctr"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313 records · 147 entities · 391 PDFs </a:t>
            </a:r>
          </a:p>
        </p:txBody>
      </p:sp>
      <p:sp>
        <p:nvSpPr>
          <p:cNvPr id="20" name="Step 5">
            <a:extLst>
              <a:ext uri="{FF2B5EF4-FFF2-40B4-BE49-F238E27FC236}">
                <a16:creationId xmlns:a16="http://schemas.microsoft.com/office/drawing/2014/main" id="{696EAC86-B319-BAD1-5C3F-3DDD31F48C5A}"/>
              </a:ext>
            </a:extLst>
          </p:cNvPr>
          <p:cNvSpPr/>
          <p:nvPr/>
        </p:nvSpPr>
        <p:spPr>
          <a:xfrm>
            <a:off x="365760" y="566928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Within study window (FY23/24, FY24/25)</a:t>
            </a:r>
          </a:p>
          <a:p>
            <a:pPr algn="ctr"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279 records · 146 entities ·  344 PDFs</a:t>
            </a:r>
          </a:p>
        </p:txBody>
      </p:sp>
      <p:sp>
        <p:nvSpPr>
          <p:cNvPr id="21" name="Step 6">
            <a:extLst>
              <a:ext uri="{FF2B5EF4-FFF2-40B4-BE49-F238E27FC236}">
                <a16:creationId xmlns:a16="http://schemas.microsoft.com/office/drawing/2014/main" id="{7D5E509D-4AED-C311-5F38-69123EC8D187}"/>
              </a:ext>
            </a:extLst>
          </p:cNvPr>
          <p:cNvSpPr/>
          <p:nvPr/>
        </p:nvSpPr>
        <p:spPr>
          <a:xfrm>
            <a:off x="365760" y="7040880"/>
            <a:ext cx="4023360" cy="585217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fr-FR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Unique PDF files</a:t>
            </a:r>
          </a:p>
          <a:p>
            <a:pPr algn="ctr">
              <a:spcAft>
                <a:spcPts val="100"/>
              </a:spcAft>
            </a:pPr>
            <a:r>
              <a:rPr lang="fr-FR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264 records </a:t>
            </a: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·   144 entities ·  </a:t>
            </a:r>
            <a:r>
              <a:rPr lang="fr-FR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325 PDFs</a:t>
            </a:r>
            <a:endParaRPr lang="en-NZ" sz="1200" dirty="0">
              <a:solidFill>
                <a:srgbClr val="11111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Step 7">
            <a:extLst>
              <a:ext uri="{FF2B5EF4-FFF2-40B4-BE49-F238E27FC236}">
                <a16:creationId xmlns:a16="http://schemas.microsoft.com/office/drawing/2014/main" id="{FC6E7A4F-2A21-68F4-445C-BCC9978C1592}"/>
              </a:ext>
            </a:extLst>
          </p:cNvPr>
          <p:cNvSpPr/>
          <p:nvPr/>
        </p:nvSpPr>
        <p:spPr>
          <a:xfrm>
            <a:off x="365760" y="9144000"/>
            <a:ext cx="4023360" cy="585216"/>
          </a:xfrm>
          <a:prstGeom prst="rect">
            <a:avLst/>
          </a:prstGeom>
          <a:solidFill>
            <a:schemeClr val="bg2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Retained after manual screening</a:t>
            </a:r>
          </a:p>
          <a:p>
            <a:pPr algn="ctr"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234 records · 131 entities ·  234 PDFs</a:t>
            </a:r>
          </a:p>
        </p:txBody>
      </p:sp>
      <p:sp>
        <p:nvSpPr>
          <p:cNvPr id="23" name="Final sample">
            <a:extLst>
              <a:ext uri="{FF2B5EF4-FFF2-40B4-BE49-F238E27FC236}">
                <a16:creationId xmlns:a16="http://schemas.microsoft.com/office/drawing/2014/main" id="{91BDE3DA-F8D7-5A37-B588-028EA5A08D04}"/>
              </a:ext>
            </a:extLst>
          </p:cNvPr>
          <p:cNvSpPr/>
          <p:nvPr/>
        </p:nvSpPr>
        <p:spPr>
          <a:xfrm>
            <a:off x="365760" y="10515600"/>
            <a:ext cx="4023360" cy="694944"/>
          </a:xfrm>
          <a:prstGeom prst="rect">
            <a:avLst/>
          </a:prstGeom>
          <a:solidFill>
            <a:srgbClr val="002060"/>
          </a:solidFill>
          <a:ln w="13970">
            <a:solidFill>
              <a:srgbClr val="21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 algn="ctr">
              <a:spcAft>
                <a:spcPts val="100"/>
              </a:spcAft>
            </a:pPr>
            <a:r>
              <a:rPr lang="en-NZ" sz="1400" b="1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Final sample: 227 climate statements</a:t>
            </a:r>
          </a:p>
          <a:p>
            <a:pPr algn="ctr">
              <a:spcAft>
                <a:spcPts val="100"/>
              </a:spcAft>
            </a:pPr>
            <a:r>
              <a:rPr lang="en-NZ" sz="14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227 records· 126 entities · </a:t>
            </a:r>
            <a:r>
              <a:rPr lang="en-NZ" sz="140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227 PDFs</a:t>
            </a:r>
            <a:endParaRPr lang="en-NZ" sz="1400" dirty="0">
              <a:solidFill>
                <a:srgbClr val="FFFFF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Excl 1">
            <a:extLst>
              <a:ext uri="{FF2B5EF4-FFF2-40B4-BE49-F238E27FC236}">
                <a16:creationId xmlns:a16="http://schemas.microsoft.com/office/drawing/2014/main" id="{BFF18ED2-A8A9-C80B-7505-F1F0837AC909}"/>
              </a:ext>
            </a:extLst>
          </p:cNvPr>
          <p:cNvSpPr/>
          <p:nvPr/>
        </p:nvSpPr>
        <p:spPr>
          <a:xfrm>
            <a:off x="4937760" y="886968"/>
            <a:ext cx="4023360" cy="548640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Excluded: investment-scheme records (n = 352)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24 managers of registered investment schemes</a:t>
            </a:r>
          </a:p>
        </p:txBody>
      </p:sp>
      <p:sp>
        <p:nvSpPr>
          <p:cNvPr id="25" name="Excl 2">
            <a:extLst>
              <a:ext uri="{FF2B5EF4-FFF2-40B4-BE49-F238E27FC236}">
                <a16:creationId xmlns:a16="http://schemas.microsoft.com/office/drawing/2014/main" id="{AFE7D463-06F1-CAE6-1977-F8944F7656A9}"/>
              </a:ext>
            </a:extLst>
          </p:cNvPr>
          <p:cNvSpPr/>
          <p:nvPr/>
        </p:nvSpPr>
        <p:spPr>
          <a:xfrm>
            <a:off x="4937760" y="2258568"/>
            <a:ext cx="4023360" cy="548640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Excluded: duplicate register rows (n = 13)</a:t>
            </a:r>
          </a:p>
          <a:p>
            <a:pPr>
              <a:spcAft>
                <a:spcPts val="100"/>
              </a:spcAft>
            </a:pPr>
            <a:r>
              <a:rPr lang="en-NZ" sz="120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Same entity and reporting period scraped twice</a:t>
            </a:r>
          </a:p>
        </p:txBody>
      </p:sp>
      <p:sp>
        <p:nvSpPr>
          <p:cNvPr id="26" name="Excl 3">
            <a:extLst>
              <a:ext uri="{FF2B5EF4-FFF2-40B4-BE49-F238E27FC236}">
                <a16:creationId xmlns:a16="http://schemas.microsoft.com/office/drawing/2014/main" id="{B446FCE0-300A-B704-503B-C0BEF4E2A4A5}"/>
              </a:ext>
            </a:extLst>
          </p:cNvPr>
          <p:cNvSpPr/>
          <p:nvPr/>
        </p:nvSpPr>
        <p:spPr>
          <a:xfrm>
            <a:off x="4937760" y="3538728"/>
            <a:ext cx="4023360" cy="731520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Excluded: no document attached (n = 65 records)</a:t>
            </a:r>
          </a:p>
          <a:p>
            <a:pPr>
              <a:spcAft>
                <a:spcPts val="100"/>
              </a:spcAft>
            </a:pPr>
            <a:r>
              <a:rPr lang="en-NZ" sz="120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not yet submitted · 5 not required to lodge</a:t>
            </a:r>
          </a:p>
          <a:p>
            <a:pPr>
              <a:spcAft>
                <a:spcPts val="100"/>
              </a:spcAft>
            </a:pPr>
            <a:r>
              <a:rPr lang="en-NZ" sz="120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9 submitted, no downloadable file</a:t>
            </a:r>
          </a:p>
        </p:txBody>
      </p:sp>
      <p:sp>
        <p:nvSpPr>
          <p:cNvPr id="27" name="Excl 4">
            <a:extLst>
              <a:ext uri="{FF2B5EF4-FFF2-40B4-BE49-F238E27FC236}">
                <a16:creationId xmlns:a16="http://schemas.microsoft.com/office/drawing/2014/main" id="{8A8DE8AF-AEAE-C8B4-504C-508374DB38F8}"/>
              </a:ext>
            </a:extLst>
          </p:cNvPr>
          <p:cNvSpPr/>
          <p:nvPr/>
        </p:nvSpPr>
        <p:spPr>
          <a:xfrm>
            <a:off x="4937760" y="5001768"/>
            <a:ext cx="4023360" cy="548640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Excluded: outside study window, FY25/26</a:t>
            </a:r>
          </a:p>
          <a:p>
            <a:pPr>
              <a:spcAft>
                <a:spcPts val="100"/>
              </a:spcAft>
            </a:pPr>
            <a:r>
              <a:rPr lang="en-NZ" sz="120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34 records · 47 PDFs</a:t>
            </a:r>
          </a:p>
        </p:txBody>
      </p:sp>
      <p:sp>
        <p:nvSpPr>
          <p:cNvPr id="28" name="Excl 5">
            <a:extLst>
              <a:ext uri="{FF2B5EF4-FFF2-40B4-BE49-F238E27FC236}">
                <a16:creationId xmlns:a16="http://schemas.microsoft.com/office/drawing/2014/main" id="{6ADD8403-6F14-A97C-5D24-68A172572AA1}"/>
              </a:ext>
            </a:extLst>
          </p:cNvPr>
          <p:cNvSpPr/>
          <p:nvPr/>
        </p:nvSpPr>
        <p:spPr>
          <a:xfrm>
            <a:off x="4937760" y="6373368"/>
            <a:ext cx="4023360" cy="548640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Excluded: duplicate PDF files (n = 19 PDFs)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Same file attached to more than one record</a:t>
            </a:r>
          </a:p>
        </p:txBody>
      </p:sp>
      <p:sp>
        <p:nvSpPr>
          <p:cNvPr id="29" name="Excl 6">
            <a:extLst>
              <a:ext uri="{FF2B5EF4-FFF2-40B4-BE49-F238E27FC236}">
                <a16:creationId xmlns:a16="http://schemas.microsoft.com/office/drawing/2014/main" id="{3D6DC0BC-3C8A-3C03-F44E-9C4A7BE91CBA}"/>
              </a:ext>
            </a:extLst>
          </p:cNvPr>
          <p:cNvSpPr/>
          <p:nvPr/>
        </p:nvSpPr>
        <p:spPr>
          <a:xfrm>
            <a:off x="4937760" y="7452363"/>
            <a:ext cx="4023360" cy="1618485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First exclusion at manual screening (n = 91 PDFs)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42 exemption notices, regulatory letters, cover notes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27 alternative versions (annual report, parent group, superseded or duplicate statement)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 assurance reports / basis of preparation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 GHG inventories / data appendices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 CEO declaration</a:t>
            </a:r>
          </a:p>
        </p:txBody>
      </p:sp>
      <p:sp>
        <p:nvSpPr>
          <p:cNvPr id="30" name="Excl 7">
            <a:extLst>
              <a:ext uri="{FF2B5EF4-FFF2-40B4-BE49-F238E27FC236}">
                <a16:creationId xmlns:a16="http://schemas.microsoft.com/office/drawing/2014/main" id="{F0DBB1F6-4C4D-224F-F265-EAD7EE0466C9}"/>
              </a:ext>
            </a:extLst>
          </p:cNvPr>
          <p:cNvSpPr/>
          <p:nvPr/>
        </p:nvSpPr>
        <p:spPr>
          <a:xfrm>
            <a:off x="4937760" y="9756647"/>
            <a:ext cx="4023360" cy="786385"/>
          </a:xfrm>
          <a:prstGeom prst="rect">
            <a:avLst/>
          </a:prstGeom>
          <a:solidFill>
            <a:schemeClr val="bg1"/>
          </a:solidFill>
          <a:ln w="13970">
            <a:solidFill>
              <a:srgbClr val="B25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NZ" sz="1200" b="1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Second exclusion at manual screening (n = 7 PDFs)</a:t>
            </a:r>
          </a:p>
          <a:p>
            <a:pPr>
              <a:spcAft>
                <a:spcPts val="100"/>
              </a:spcAft>
            </a:pPr>
            <a:r>
              <a:rPr lang="en-NZ" sz="1200" dirty="0">
                <a:solidFill>
                  <a:srgbClr val="1111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 regulatory notices and letters identified at second review and not climate statements</a:t>
            </a:r>
          </a:p>
        </p:txBody>
      </p:sp>
    </p:spTree>
    <p:extLst>
      <p:ext uri="{BB962C8B-B14F-4D97-AF65-F5344CB8AC3E}">
        <p14:creationId xmlns:p14="http://schemas.microsoft.com/office/powerpoint/2010/main" val="420217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264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Quyen Nguyen</dc:creator>
  <cp:lastModifiedBy>Quyen Nguyen</cp:lastModifiedBy>
  <cp:revision>1</cp:revision>
  <dcterms:created xsi:type="dcterms:W3CDTF">2026-10-04T21:41:51Z</dcterms:created>
  <dcterms:modified xsi:type="dcterms:W3CDTF">2026-10-04T22:03:57Z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2026-10-04T21:41:51Z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f8c50276-a201-408e-a8b4-aa496e2a26cf</vt:lpwstr>
  </property>
  <property fmtid="{D5CDD505-2E9C-101B-9397-08002B2CF9AE}" pid="7" name="MSIP_Label_defa4170-0d19-0005-0004-bc88714345d2_ActionId">
    <vt:lpwstr>8f18f8b8-06af-4658-be25-ff24d91413ac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